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ALEJANDRO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SOTO MEJÍAS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Civil Químico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en Seguridad Química &amp; Transformación Digital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Módulo 10 – Desarrollo de Empleabilidad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Industria Digital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oscar.soto.mejias@gmail.com  |  +56 9 8123 6170  |  linkedin.com/in/oscar-alejandro-soto-mejias  |  Valparaíso, Chile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SITUACIÓN INICIAL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3474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de mis sueños dentro del ecosistema tech me contactó para un proceso de selección.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Necesitan conocer mi recorrido, habilidades técnicas y perfil profesional a través de dos entregables clave:
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LinkedIn optimizado
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Pitch profesional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1B2B4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 Convocado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Junior Tech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 / Junior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clave: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tecnológico finalizado o en curso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de comunicación y trabajo en equipo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y compromiso con el aprendizaje continuo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PERFIL PROFESIONAL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188720"/>
          </a:xfrm>
          <a:prstGeom prst="rect">
            <a:avLst/>
          </a:prstGeom>
          <a:solidFill>
            <a:srgbClr val="F0F9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experiencia profesional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4023360" cy="1188720"/>
          </a:xfrm>
          <a:prstGeom prst="rect">
            <a:avLst/>
          </a:prstGeom>
          <a:solidFill>
            <a:srgbClr val="F0F9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560320"/>
            <a:ext cx="6400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como consultor independiente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4023360" cy="1188720"/>
          </a:xfrm>
          <a:prstGeom prst="rect">
            <a:avLst/>
          </a:prstGeom>
          <a:solidFill>
            <a:srgbClr val="F0F9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97280"/>
            <a:ext cx="6400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188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+4.000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2920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Datos de Seguridad elaboradas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560320"/>
            <a:ext cx="4023360" cy="1188720"/>
          </a:xfrm>
          <a:prstGeom prst="rect">
            <a:avLst/>
          </a:prstGeom>
          <a:solidFill>
            <a:srgbClr val="F0F9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560320"/>
            <a:ext cx="6400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029200" y="3154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críticos regularizados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40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Senior en Seguridad Química   ·   Especialista en Cumplimiento Normativo   ·   Líder en Digitalización de Procesos   ·   Perfil Híbrido Técnico-Digital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TRAYECTORIA PROFESIONAL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25880" y="1005840"/>
            <a:ext cx="0" cy="39319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07899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Hoy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5448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 Prevención de Riesgos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Ultracción Capacitaciones SpA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13258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 acreditado ante Codelco · Seguridad vial, DS 44, calderas, sustancias peligrosas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88720" y="186537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92224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– 2024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54480" y="17922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de Proyectos / Ing. de Proyectos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Zarey Consultores SpA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11226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Anglo American (Chemwatch) · Plataforma HERMES (CORFO) · Auditorías ISO 9001/14001/45001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88720" y="265176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78608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Hoy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54480" y="2578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Independiente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89864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+4.000 HDS elaboradas · NCh 2245:2021 · DS 57:2021 · REAS · Clínica RedSalud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88720" y="34381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64992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– 2016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54480" y="3364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Fiscalizador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SEREMI de Salud 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54480" y="368503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 industrial · Guías técnicas ISP · Higiene laboral · Seguridad química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188720" y="422452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51376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2018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54480" y="41513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Sustancias Peligrosas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AGUNSA – Grupo TESCO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447141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4.500 productos · Brigada de emergencia · Procedimientos HAZMAT · Trazabilidad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PROYECTOS DESTACADOS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3794760"/>
          </a:xfrm>
          <a:prstGeom prst="rect">
            <a:avLst/>
          </a:prstGeom>
          <a:solidFill>
            <a:srgbClr val="F0F9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834640" cy="50292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698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HERMES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834640" cy="274320"/>
          </a:xfrm>
          <a:prstGeom prst="rect">
            <a:avLst/>
          </a:prstGeom>
          <a:solidFill>
            <a:srgbClr val="1B2B4B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CORFO · SaaS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260604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conceptual y funcional del producto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desde Design Thinking hasta implementación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de equipo TI multidisciplinario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ganador CORFO Crea y Valida (21CV-171495)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834640" cy="3794760"/>
          </a:xfrm>
          <a:prstGeom prst="rect">
            <a:avLst/>
          </a:prstGeom>
          <a:solidFill>
            <a:srgbClr val="F0F9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8346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698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Anglo American – Chemwatch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1554480"/>
            <a:ext cx="2834640" cy="27432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 · Software Químico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1920240"/>
            <a:ext cx="260604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técnica internacional de software de gestión química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e implementación de plataforma Chemwatch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riesgos químicos para operaciones mineras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trazabilidad en gestión de sustancias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834640" cy="3794760"/>
          </a:xfrm>
          <a:prstGeom prst="rect">
            <a:avLst/>
          </a:prstGeom>
          <a:solidFill>
            <a:srgbClr val="F0F9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51560"/>
            <a:ext cx="28346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0698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RedSalud – REAS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554480"/>
            <a:ext cx="2834640" cy="27432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36208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· Cumplimiento normativo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36208" y="1920240"/>
            <a:ext cx="260604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técnico en regularización del sistema REAS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DS 57:2021 y normativa sanitaria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residuos peligrosos (RESPEL)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equipos internos de la clínica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 – OPTIMIZACIÓN DEL PERFIL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7899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Título: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078992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Civil Químico | Consultor en Seguridad Química &amp; Cumplimiento Normativo | Transformación Digital Aplicada | +13 años de experiencia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Título optimizado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palabras clave del sector tech y seguridad para mayor visibilidad en búsquedas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880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Foto profesional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7296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neutro, buena iluminación, rostro visible y expresión profesional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Banner personalizado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99592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relacionada a tecnología, innovación y trabajo remoto (Canva / Unsplash)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01168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Sección 'Acerca de'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35000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 profesional en primera persona, 5 párrafos con propósito, proyectos y habilidades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880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Experiencia detallada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17296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con foco en logros e impacto, no solo funciones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4617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linkedin.com/in/oscar-alejandro-soto-mejias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SECCIÓN "ACERCA DE" – LINKEDIN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886200"/>
          </a:xfrm>
          <a:prstGeom prst="rect">
            <a:avLst/>
          </a:prstGeom>
          <a:solidFill>
            <a:srgbClr val="F0F9F8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3886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8092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Ingeniero Civil Químico con más de 13 años de trayectoria en seguridad química, cumplimiento normativo y gestión de sustancias peligrosas, con experiencia en sectores como minería, salud, industria y sector público.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más de 8 años como consultor independiente, he elaborado más de 4.000 Hojas de Datos de Seguridad conforme a NCh 2245:2021 y DS 57:2021, asesorado en regularizaciones REAS, RESPEL y apoyado autorizaciones sanitarias para empresas de diversa envergadura.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liderado proyectos de alto impacto, como la Plataforma HERMES (proyecto CORFO Crea y Valida), donde encabecé el diseño funcional y la supervisión tecnológica desde la etapa de Design Thinking hasta su implementación como solución SaaS. También participé en la evaluación e implementación de Chemwatch para Anglo American.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perfil es híbrido: combino el rigor técnico-regulatorio con una visión aplicada de la transformación digital, siendo un puente entre el mundo químico-normativo y las soluciones tecnológicas. Actualmente me encuentro profundizando en desarrollo Full Stack para potenciar aún más esta propuesta de valor.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Busco oportunidades donde pueda aportar experiencia técnica consolidada, liderazgo funcional y capacidad de articular lo complejo en soluciones concretas y eficientes.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ELEVATOR PITCH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(máx. 60 segundos)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62179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6400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soy Oscar Soto, Ingeniero Civil Químico con más de 13 años de experiencia en seguridad química, cumplimiento normativo y gestión de sustancias peligrosas.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trabajado en minería, salud, logística y sector público, siempre conectando el mundo técnico-regulatorio con soluciones concretas. Como consultor, elaboré más de 4.000 Hojas de Datos de Seguridad y regularicé más de 900 equipos críticos en SEREMI de Salud.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 diferencia es mi perfil híbrido: no solo domino la normativa, sino que también lideré proyectos digitales, como la Plataforma HERMES —un proyecto SaaS ganador de CORFO— donde encabecé el equipo desde la concepción hasta la implementación.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Actualmente me estoy formando en desarrollo Full Stack para seguir siendo ese puente entre lo técnico y lo digital que las empresas en transformación necesitan.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Busco sumarme a equipos donde mi experiencia técnica, mi capacidad de liderazgo y mi visión digital puedan generar impacto real desde el primer día.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1463040" cy="1463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21031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 seg.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PLUS: PROPUESTA DE PUBLICACIÓN EN LINKEDIN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698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aprendí trabajando en minería, salud y el sector público antes de dar el salto a la tecnología?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138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más de 13 años, recorrí sectores que pocos imaginan tan distintos: minería, salud, logística y gobierno. En todos ellos, la constante fue la misma: necesidades técnicas complejas que nadie había digitalizado todavía.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trabajando como consultor cuando entendí que las empresas no necesitan solo normas cumplidas. Necesitan sistemas que hagan ese cumplimiento visible, trazable y escalable.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nació mi interés por la tecnología aplicada. Lideré el desarrollo de una plataforma SaaS para gestión química que ganó el concurso CORFO Crea y Valida. No soy programador, soy el ingeniero que entendía el problema lo suficientemente bien como para guiar a quienes lo construían.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mientras completo mi formación en Full Stack, sigo convencido de que el mejor desarrollador de soluciones es el que entiende profundamente el problema que resuelve.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también estás haciendo una transición hacia tech desde otro sector, me encantaría leer tu historia. 👇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#TransformaciónDigital  #SeguridadQuímica  #MiCaminoEnTech  #IndustriaTech  #AprendizajeContinuo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ENTREGABLES Y CRITERIOS DE EVALUACIÓN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Entregables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LinkedIn optimizado (título, foto, banner, 'Acerca de', experiencia)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del perfil + descripción de cambios aplicados y por qué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Guión del Elevator Pitch (máx. 60 seg.)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Propuesta de publicación profesional con storytelling y hashtags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Criterios de Evaluación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Claridad, coherencia y tono profesional del perfil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y originalidad en el Elevator Pitch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y estructura de la publicación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y alineación con objetivos profesionales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del PLUS desarrollado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0" cy="2834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069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 valida: investigación del sector · documentación técnica · perfil LinkedIn · Elevator Pitch · proactividad (PLUS)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Propuesta de Valor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el profesional que conecta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química, el cumplimiento normativo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transformación digital.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años de experiencia · Consultor senior · Perfil híbrido escaso en el mercado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oscar.soto.mejias@gmail.com     📞  +56 9 8123 6170     💼  linkedin.com/in/oscar-alejandro-soto-mejias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Módulo 10 – Empleabilidad en la Industria Digital</dc:title>
  <dc:subject>PptxGenJS Presentation</dc:subject>
  <dc:creator>Oscar Alejandro Soto Mejías</dc:creator>
  <cp:lastModifiedBy>Oscar Alejandro Soto Mejías</cp:lastModifiedBy>
  <cp:revision>1</cp:revision>
  <dcterms:created xsi:type="dcterms:W3CDTF">2026-04-14T19:40:25Z</dcterms:created>
  <dcterms:modified xsi:type="dcterms:W3CDTF">2026-04-14T19:40:25Z</dcterms:modified>
</cp:coreProperties>
</file>